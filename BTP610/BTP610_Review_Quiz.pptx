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2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57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BTP610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Applications - Review Quiz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 •  advance one click to reveal each answer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937760"/>
            <a:ext cx="502920" cy="502920"/>
          </a:xfrm>
          <a:prstGeom prst="ellipse">
            <a:avLst/>
          </a:prstGeom>
          <a:solidFill>
            <a:srgbClr val="34407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2194560" y="4937760"/>
            <a:ext cx="502920" cy="502920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474720" y="4937760"/>
            <a:ext cx="502920" cy="502920"/>
          </a:xfrm>
          <a:prstGeom prst="ellipse">
            <a:avLst/>
          </a:prstGeom>
          <a:solidFill>
            <a:srgbClr val="34407A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best describes what Firestore stores data as, per the data model covered in Week 10?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Rows and columns, like a SQL table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Documents grouped inside collections, with real-time updates built 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Flat text files stored on the device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Key-value pairs with no grouping structure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best describes what Firestore stores data as, per the data model covered in Week 10?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Rows and columns, like a SQL table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Documents grouped inside collections, with real-time updates built 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Flat text files stored on the device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Key-value pairs with no grouping structure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Documents grouped inside collections, with real-time updates built in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calling createUserWithEmailAndPassword(), what does userCredential.user.uid represent?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user's typed password, hashed for storage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 unique ID Firebase Auth automatically generates for the new account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name of the Firestore collection where the profile will be saved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 temporary value that changes every time the user signs 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calling createUserWithEmailAndPassword(), what does userCredential.user.uid represent?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user's typed password, hashed for storage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 unique ID Firebase Auth automatically generates for the new account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name of the Firestore collection where the profile will be saved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 temporary value that changes every time the user signs 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A unique ID Firebase Auth automatically generates for the new account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course's project, the BookDB collection uses an auto-generated document ID, while the userProfile collection uses the Firebase Auth UID as the document ID. Why?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Firestore requires every collection to use an auto-generated ID except one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Books don't need to be looked up by a known ID, but a profile must be found by the logged-in user's UID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Firestore doesn't allow custom document IDs at all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Custom IDs are only used for security rules, never for lookups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course's project, the BookDB collection uses an auto-generated document ID, while the userProfile collection uses the Firebase Auth UID as the document ID. Why?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Firestore requires every collection to use an auto-generated ID except one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Books don't need to be looked up by a known ID, but a profile must be found by the logged-in user's UID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Firestore doesn't allow custom document IDs at all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Custom IDs are only used for security rules, never for lookups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Books don't need to be looked up by a known ID, but a profile must be found by the logged-in user's UID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BookList screen should update immediately whenever any book is added, edited, or deleted in BookDB, with no manual refresh. Which Firestore read function fits?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getDoc()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getDocs()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onSnapshot()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setDoc()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BookList screen should update immediately whenever any book is added, edited, or deleted in BookDB, with no manual refresh. Which Firestore read function fits?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getDoc()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getDocs()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onSnapshot()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setDoc()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C) onSnapshot()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BookList.tsx, what causes the onSnapshot callback to run again after the screen's initial load?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user manually pulling down to refresh the screen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Any add, edit, or delete to a document in the BookDB collection being listened 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component re-rendering for any unrelated reason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It only ever runs once, no matter what changes in Firestore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BookList.tsx, what causes the onSnapshot callback to run again after the screen's initial load?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user manually pulling down to refresh the screen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Any add, edit, or delete to a document in the BookDB collection being listened 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component re-rendering for any unrelated reason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It only ever runs once, no matter what changes in Firestore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Any add, edit, or delete to a document in the BookDB collection being listened to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project's Expo Router structure, what's the purpose of wrapping a folder name in parentheses, like (auth) or (welcome)?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groups related screens for organization without adding a segment to the URL path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marks the folder as inaccessible to navigation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It's required for every top-level folder in an Expo Router app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It tells Expo to render that folder's screens before any others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project's Expo Router structure, what's the purpose of wrapping a folder name in parentheses, like (auth) or (welcome)?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groups related screens for organization without adding a segment to the URL path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marks the folder as inaccessible to navigation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It's required for every top-level folder in an Expo Router app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It tells Expo to render that folder's screens before any others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A) It groups related screens for organization without adding a segment to the URL path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index.tsx, the value returned by userAuthentication() can be undefined, null, or a User object. What does undefined mean?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user's account was deleted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Firebase Auth is still determining whether anyone is logged 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user is definitely logged 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An error occurred and the app should crash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index.tsx, the value returned by userAuthentication() can be undefined, null, or a User object. What does undefined mean?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user's account was deleted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Firebase Auth is still determining whether anyone is logged 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user is definitely logged 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An error occurred and the app should crash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Firebase Auth is still determining whether anyone is logged in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the object state pattern from signUp.tsx, const [userObject, setUserObject] = useState({email: "", password: "", error: ""}), which correctly updates only the error field while preserving email and password?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setUserObject({error: newValue})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userObject.error = newValue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setUserObject({...userObject, error: newValue})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setUserObject(newValue)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the object state pattern from signUp.tsx, const [userObject, setUserObject] = useState({email: "", password: "", error: ""}), which correctly updates only the error field while preserving email and password?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setUserObject({error: newValue})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userObject.error = newValue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setUserObject({...userObject, error: newValue})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setUserObject(newValue)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C) setUserObject({...userObject, error: newValue})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tabBarActiveTintColor control in the (tabs)/_layout.tsx Tabs component?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background color of the screen behind the tab bar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color of the currently active tab's icon and label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order in which tabs appear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Whether the header is shown or hidden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tabBarActiveTintColor control in the (tabs)/_layout.tsx Tabs component?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background color of the screen behind the tab bar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color of the currently active tab's icon and label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order in which tabs appear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Whether the header is shown or hidden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The color of the currently active tab's icon and label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camera screen, why is isCameraReady implemented as a ref, while cameraType is implemented as state?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Refs can't hold booleans, so isCameraReady is forced to be a ref for unrelated reasons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isCameraReady only needs to be remembered, not trigger a re-render; changing cameraType must re-render CameraView with a new facing prop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There's no meaningful difference between the two approaches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State can only hold strings, so cameraType must be state and isCameraReady must be a ref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camera screen, why is isCameraReady implemented as a ref, while cameraType is implemented as state?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Refs can't hold booleans, so isCameraReady is forced to be a ref for unrelated reasons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isCameraReady only needs to be remembered, not trigger a re-render; changing cameraType must re-render CameraView with a new facing prop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There's no meaningful difference between the two approaches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State can only hold strings, so cameraType must be state and isCameraReady must be a ref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isCameraReady only needs to be remembered, not trigger a re-render; changing cameraType must re-render CameraView with a new facing prop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Mistakes slide warns: 'Only requesting camera permission, not media library permission.' Why does this cause photos to fail to save, with no visible error?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Having camera permission does not automatically grant permission to write to the device's media library -- that's a separate permission that must also be requested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Camera permission and media library permission are always granted or denied together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MediaLibrary.usePermissions() doesn't actually exist in this course's project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media library permission is requested automatically the first time takePictureAsync() runs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Mistakes slide warns: 'Only requesting camera permission, not media library permission.' Why does this cause photos to fail to save, with no visible error?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Having camera permission does not automatically grant permission to write to the device's media library -- that's a separate permission that must also be requested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Camera permission and media library permission are always granted or denied together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MediaLibrary.usePermissions() doesn't actually exist in this course's project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media library permission is requested automatically the first time takePictureAsync() runs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A) Having camera permission does not automatically grant permission to write to the device's media library -- that's a separate permission that must also be requested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onSnapshot(collectionRef, callback) pattern used in BookList.tsx, what does the callback's snapshot parameter give you access to?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Only the single most recently changed document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snapshot.docs -- an array of all current documents matching the query, each with an id and a .data() method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boolean indicating whether the write succeeded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full Firestore database instance, for starting other queries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onSnapshot(collectionRef, callback) pattern used in BookList.tsx, what does the callback's snapshot parameter give you access to?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Only the single most recently changed document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snapshot.docs -- an array of all current documents matching the query, each with an id and a .data() method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boolean indicating whether the write succeeded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full Firestore database instance, for starting other queries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snapshot.docs -- an array of all current documents matching the query, each with an id and a .data() method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the Week 13 Demo Notes, why are getAlbumAsync / createAlbumAsync / addAssetsToAlbumAsync left commented out as reference code only in the class project?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Those functions don't exist in the expo-media-library package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Expo Go can't get the full media-library access needed to browse or organize existing albums -- that level of access requires a dedicated dev build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They only work on iOS, never Android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They require a paid Expo subscription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the Week 13 Demo Notes, why are getAlbumAsync / createAlbumAsync / addAssetsToAlbumAsync left commented out as reference code only in the class project?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Those functions don't exist in the expo-media-library package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Expo Go can't get the full media-library access needed to browse or organize existing albums -- that level of access requires a dedicated dev build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They only work on iOS, never Android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They require a paid Expo subscription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Expo Go can't get the full media-library access needed to browse or organize existing albums -- that level of access requires a dedicated dev build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collection(fireDB, "BookDB") return, and how is it used?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An array of every book document, already loaded into memory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 reference to the BookDB collection -- passed to functions like addDoc() or onSnapshot() to say which collection to interact with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single random document within BookDB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 boolean confirming that the BookDB collection exists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collection(fireDB, "BookDB") return, and how is it used?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An array of every book document, already loaded into memory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 reference to the BookDB collection -- passed to functions like addDoc() or onSnapshot() to say which collection to interact with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single random document within BookDB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 boolean confirming that the BookDB collection exists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A reference to the BookDB collection -- passed to functions like addDoc() or onSnapshot() to say which collection to interact with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signUp.tsx, the error message lives inside userObject.error as a string. What does !!userObject.error accomplish in the JSX?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reverses the string, showing it backwards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converts the string to a boolean -- empty string becomes false (hidden), any other text becomes true (shown)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 clears the error message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It throws an error if userObject.error is not empty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correct answer →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signUp.tsx, the error message lives inside userObject.error as a string. What does !!userObject.error accomplish in the JSX?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reverses the string, showing it backwards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converts the string to a boolean -- empty string becomes false (hidden), any other text becomes true (shown)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 clears the error message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4F5FA"/>
          </a:solidFill>
          <a:ln w="12700">
            <a:solidFill>
              <a:srgbClr val="DADC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8680" y="469087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It throws an error if userObject.error is not empty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495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6F7EE"/>
          </a:solidFill>
          <a:ln w="19050">
            <a:solidFill>
              <a:srgbClr val="1E9E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68680" y="54955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Answer: B) It converts the string to a boolean -- empty string becomes false (hidden), any other text becomes true (shown)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2859</Words>
  <Application>Microsoft Office PowerPoint</Application>
  <PresentationFormat>Widescreen</PresentationFormat>
  <Paragraphs>274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Yasemin Fanaeian</cp:lastModifiedBy>
  <cp:revision>3</cp:revision>
  <dcterms:created xsi:type="dcterms:W3CDTF">2026-08-11T16:38:33Z</dcterms:created>
  <dcterms:modified xsi:type="dcterms:W3CDTF">2026-08-11T16:44:20Z</dcterms:modified>
</cp:coreProperties>
</file>